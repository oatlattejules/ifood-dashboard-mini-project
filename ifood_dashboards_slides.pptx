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446F74BA-389F-4843-958D-8DDDE5CE4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262E5D32-8841-41AD-BFC8-888A1CCFC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ashboard 3">
            <a:extLst>
              <a:ext uri="{FF2B5EF4-FFF2-40B4-BE49-F238E27FC236}">
                <a16:creationId xmlns:a16="http://schemas.microsoft.com/office/drawing/2014/main" id="{324873BF-DEAE-4E3C-AAB5-398CD1D2C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Julianna Wang</cp:lastModifiedBy>
  <cp:revision>1</cp:revision>
  <dcterms:created xsi:type="dcterms:W3CDTF">2025-12-01T05:59:33Z</dcterms:created>
  <dcterms:modified xsi:type="dcterms:W3CDTF">2025-12-01T05:59:54Z</dcterms:modified>
</cp:coreProperties>
</file>